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30267275" cy="213963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26" d="100"/>
          <a:sy n="26" d="100"/>
        </p:scale>
        <p:origin x="1363" y="1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57200"/>
            <a:ext cx="5389552" cy="707886"/>
          </a:xfrm>
          <a:prstGeom prst="rect">
            <a:avLst/>
          </a:prstGeom>
          <a:noFill/>
        </p:spPr>
        <p:txBody>
          <a:bodyPr wrap="none">
            <a:spAutoFit/>
          </a:bodyPr>
          <a:lstStyle/>
          <a:p>
            <a:pPr algn="l"/>
            <a:r>
              <a:rPr sz="4000" b="1">
                <a:solidFill>
                  <a:srgbClr val="00468C"/>
                </a:solidFill>
              </a:rPr>
              <a:t>Autonomous Car Project</a:t>
            </a:r>
          </a:p>
        </p:txBody>
      </p:sp>
      <p:sp>
        <p:nvSpPr>
          <p:cNvPr id="3" name="TextBox 2"/>
          <p:cNvSpPr txBox="1"/>
          <p:nvPr/>
        </p:nvSpPr>
        <p:spPr>
          <a:xfrm>
            <a:off x="914400" y="1697539"/>
            <a:ext cx="10280250" cy="707886"/>
          </a:xfrm>
          <a:prstGeom prst="rect">
            <a:avLst/>
          </a:prstGeom>
          <a:noFill/>
        </p:spPr>
        <p:txBody>
          <a:bodyPr wrap="none">
            <a:spAutoFit/>
          </a:bodyPr>
          <a:lstStyle/>
          <a:p>
            <a:pPr algn="l"/>
            <a:r>
              <a:rPr lang="en-US" sz="4000" dirty="0"/>
              <a:t>Autonomous Smart Car with Obstacle Avoidance</a:t>
            </a:r>
            <a:endParaRPr sz="4000" b="0" dirty="0">
              <a:solidFill>
                <a:srgbClr val="000000"/>
              </a:solidFill>
            </a:endParaRPr>
          </a:p>
        </p:txBody>
      </p:sp>
      <p:sp>
        <p:nvSpPr>
          <p:cNvPr id="4" name="TextBox 3"/>
          <p:cNvSpPr txBox="1"/>
          <p:nvPr/>
        </p:nvSpPr>
        <p:spPr>
          <a:xfrm>
            <a:off x="914400" y="3200400"/>
            <a:ext cx="2844240" cy="707886"/>
          </a:xfrm>
          <a:prstGeom prst="rect">
            <a:avLst/>
          </a:prstGeom>
          <a:noFill/>
        </p:spPr>
        <p:txBody>
          <a:bodyPr wrap="none">
            <a:spAutoFit/>
          </a:bodyPr>
          <a:lstStyle/>
          <a:p>
            <a:pPr algn="l"/>
            <a:r>
              <a:rPr sz="4000" b="1">
                <a:solidFill>
                  <a:srgbClr val="000080"/>
                </a:solidFill>
              </a:rPr>
              <a:t>Introduction</a:t>
            </a:r>
          </a:p>
        </p:txBody>
      </p:sp>
      <p:sp>
        <p:nvSpPr>
          <p:cNvPr id="5" name="TextBox 4"/>
          <p:cNvSpPr txBox="1"/>
          <p:nvPr/>
        </p:nvSpPr>
        <p:spPr>
          <a:xfrm>
            <a:off x="914400" y="3931920"/>
            <a:ext cx="14066837" cy="2554545"/>
          </a:xfrm>
          <a:prstGeom prst="rect">
            <a:avLst/>
          </a:prstGeom>
          <a:noFill/>
        </p:spPr>
        <p:txBody>
          <a:bodyPr wrap="square">
            <a:spAutoFit/>
          </a:bodyPr>
          <a:lstStyle/>
          <a:p>
            <a:pPr algn="l"/>
            <a:r>
              <a:rPr lang="en-US" sz="4000" dirty="0"/>
              <a:t>This project aims to simulate and prototype an autonomous vehicle capable of navigating a path.</a:t>
            </a:r>
          </a:p>
          <a:p>
            <a:pPr algn="l"/>
            <a:r>
              <a:rPr lang="en-US" sz="4000" dirty="0"/>
              <a:t>Technologies used: Raspberry Pi, Arduino, OpenCV, Python, and path planning.</a:t>
            </a:r>
            <a:r>
              <a:rPr sz="4000" b="0" dirty="0">
                <a:solidFill>
                  <a:srgbClr val="000000"/>
                </a:solidFill>
              </a:rPr>
              <a:t>.</a:t>
            </a:r>
          </a:p>
        </p:txBody>
      </p:sp>
      <p:sp>
        <p:nvSpPr>
          <p:cNvPr id="6" name="TextBox 5"/>
          <p:cNvSpPr txBox="1"/>
          <p:nvPr/>
        </p:nvSpPr>
        <p:spPr>
          <a:xfrm>
            <a:off x="17407912" y="1476176"/>
            <a:ext cx="4458080" cy="707886"/>
          </a:xfrm>
          <a:prstGeom prst="rect">
            <a:avLst/>
          </a:prstGeom>
          <a:noFill/>
        </p:spPr>
        <p:txBody>
          <a:bodyPr wrap="none">
            <a:spAutoFit/>
          </a:bodyPr>
          <a:lstStyle/>
          <a:p>
            <a:pPr algn="l"/>
            <a:r>
              <a:rPr sz="4000" b="1" dirty="0">
                <a:solidFill>
                  <a:srgbClr val="000080"/>
                </a:solidFill>
              </a:rPr>
              <a:t>System Architecture</a:t>
            </a:r>
          </a:p>
        </p:txBody>
      </p:sp>
      <p:sp>
        <p:nvSpPr>
          <p:cNvPr id="8" name="TextBox 7"/>
          <p:cNvSpPr txBox="1"/>
          <p:nvPr/>
        </p:nvSpPr>
        <p:spPr>
          <a:xfrm>
            <a:off x="914400" y="6671112"/>
            <a:ext cx="2013308" cy="707886"/>
          </a:xfrm>
          <a:prstGeom prst="rect">
            <a:avLst/>
          </a:prstGeom>
          <a:noFill/>
        </p:spPr>
        <p:txBody>
          <a:bodyPr wrap="none">
            <a:spAutoFit/>
          </a:bodyPr>
          <a:lstStyle/>
          <a:p>
            <a:pPr algn="l"/>
            <a:r>
              <a:rPr sz="4000" b="1" dirty="0">
                <a:solidFill>
                  <a:srgbClr val="000080"/>
                </a:solidFill>
              </a:rPr>
              <a:t>Features</a:t>
            </a:r>
          </a:p>
        </p:txBody>
      </p:sp>
      <p:sp>
        <p:nvSpPr>
          <p:cNvPr id="9" name="TextBox 8"/>
          <p:cNvSpPr txBox="1"/>
          <p:nvPr/>
        </p:nvSpPr>
        <p:spPr>
          <a:xfrm>
            <a:off x="808037" y="7430018"/>
            <a:ext cx="4888133" cy="2554545"/>
          </a:xfrm>
          <a:prstGeom prst="rect">
            <a:avLst/>
          </a:prstGeom>
          <a:noFill/>
        </p:spPr>
        <p:txBody>
          <a:bodyPr wrap="none">
            <a:spAutoFit/>
          </a:bodyPr>
          <a:lstStyle/>
          <a:p>
            <a:pPr algn="l"/>
            <a:r>
              <a:rPr sz="4000" b="0" dirty="0">
                <a:solidFill>
                  <a:srgbClr val="000000"/>
                </a:solidFill>
              </a:rPr>
              <a:t>• Obstacle Avoidance
• Path Planning
• Real-time Navigation
• Emergency Stop</a:t>
            </a:r>
          </a:p>
        </p:txBody>
      </p:sp>
      <p:sp>
        <p:nvSpPr>
          <p:cNvPr id="10" name="TextBox 9"/>
          <p:cNvSpPr txBox="1"/>
          <p:nvPr/>
        </p:nvSpPr>
        <p:spPr>
          <a:xfrm>
            <a:off x="914400" y="10607040"/>
            <a:ext cx="2279535" cy="707886"/>
          </a:xfrm>
          <a:prstGeom prst="rect">
            <a:avLst/>
          </a:prstGeom>
          <a:noFill/>
        </p:spPr>
        <p:txBody>
          <a:bodyPr wrap="none">
            <a:spAutoFit/>
          </a:bodyPr>
          <a:lstStyle/>
          <a:p>
            <a:pPr algn="l"/>
            <a:r>
              <a:rPr sz="4000" b="1">
                <a:solidFill>
                  <a:srgbClr val="000080"/>
                </a:solidFill>
              </a:rPr>
              <a:t>Workflow</a:t>
            </a:r>
          </a:p>
        </p:txBody>
      </p:sp>
      <p:sp>
        <p:nvSpPr>
          <p:cNvPr id="11" name="TextBox 10"/>
          <p:cNvSpPr txBox="1"/>
          <p:nvPr/>
        </p:nvSpPr>
        <p:spPr>
          <a:xfrm>
            <a:off x="914400" y="11338560"/>
            <a:ext cx="13486384" cy="707886"/>
          </a:xfrm>
          <a:prstGeom prst="rect">
            <a:avLst/>
          </a:prstGeom>
          <a:noFill/>
        </p:spPr>
        <p:txBody>
          <a:bodyPr wrap="none">
            <a:spAutoFit/>
          </a:bodyPr>
          <a:lstStyle/>
          <a:p>
            <a:pPr algn="l"/>
            <a:r>
              <a:rPr sz="4000" b="0">
                <a:solidFill>
                  <a:srgbClr val="000000"/>
                </a:solidFill>
              </a:rPr>
              <a:t>Flowchart: Sensor Input → Processing → Decision → Movement</a:t>
            </a:r>
          </a:p>
        </p:txBody>
      </p:sp>
      <p:sp>
        <p:nvSpPr>
          <p:cNvPr id="12" name="TextBox 11"/>
          <p:cNvSpPr txBox="1"/>
          <p:nvPr/>
        </p:nvSpPr>
        <p:spPr>
          <a:xfrm>
            <a:off x="914400" y="13075920"/>
            <a:ext cx="4119013" cy="707886"/>
          </a:xfrm>
          <a:prstGeom prst="rect">
            <a:avLst/>
          </a:prstGeom>
          <a:noFill/>
        </p:spPr>
        <p:txBody>
          <a:bodyPr wrap="none">
            <a:spAutoFit/>
          </a:bodyPr>
          <a:lstStyle/>
          <a:p>
            <a:pPr algn="l"/>
            <a:r>
              <a:rPr sz="4000" b="1">
                <a:solidFill>
                  <a:srgbClr val="000080"/>
                </a:solidFill>
              </a:rPr>
              <a:t>Technologies Used</a:t>
            </a:r>
          </a:p>
        </p:txBody>
      </p:sp>
      <p:sp>
        <p:nvSpPr>
          <p:cNvPr id="13" name="TextBox 12"/>
          <p:cNvSpPr txBox="1"/>
          <p:nvPr/>
        </p:nvSpPr>
        <p:spPr>
          <a:xfrm>
            <a:off x="914400" y="13807440"/>
            <a:ext cx="9903545" cy="707886"/>
          </a:xfrm>
          <a:prstGeom prst="rect">
            <a:avLst/>
          </a:prstGeom>
          <a:noFill/>
        </p:spPr>
        <p:txBody>
          <a:bodyPr wrap="none">
            <a:spAutoFit/>
          </a:bodyPr>
          <a:lstStyle/>
          <a:p>
            <a:pPr algn="l"/>
            <a:r>
              <a:rPr sz="4000" b="0" dirty="0">
                <a:solidFill>
                  <a:srgbClr val="000000"/>
                </a:solidFill>
              </a:rPr>
              <a:t>Python, Raspberry Pi, Arduino, OpenCV, Linux</a:t>
            </a:r>
            <a:r>
              <a:rPr lang="en-US" sz="4000" dirty="0">
                <a:solidFill>
                  <a:srgbClr val="000000"/>
                </a:solidFill>
              </a:rPr>
              <a:t>.</a:t>
            </a:r>
            <a:endParaRPr sz="4000" b="0" dirty="0">
              <a:solidFill>
                <a:srgbClr val="000000"/>
              </a:solidFill>
            </a:endParaRPr>
          </a:p>
        </p:txBody>
      </p:sp>
      <p:sp>
        <p:nvSpPr>
          <p:cNvPr id="16" name="TextBox 15"/>
          <p:cNvSpPr txBox="1"/>
          <p:nvPr/>
        </p:nvSpPr>
        <p:spPr>
          <a:xfrm>
            <a:off x="808037" y="15062528"/>
            <a:ext cx="5764527" cy="707886"/>
          </a:xfrm>
          <a:prstGeom prst="rect">
            <a:avLst/>
          </a:prstGeom>
          <a:noFill/>
        </p:spPr>
        <p:txBody>
          <a:bodyPr wrap="none">
            <a:spAutoFit/>
          </a:bodyPr>
          <a:lstStyle/>
          <a:p>
            <a:pPr algn="l"/>
            <a:r>
              <a:rPr sz="4000" b="1" dirty="0">
                <a:solidFill>
                  <a:srgbClr val="000080"/>
                </a:solidFill>
              </a:rPr>
              <a:t>Conclusion &amp; Future Work</a:t>
            </a:r>
          </a:p>
        </p:txBody>
      </p:sp>
      <p:sp>
        <p:nvSpPr>
          <p:cNvPr id="17" name="TextBox 16"/>
          <p:cNvSpPr txBox="1"/>
          <p:nvPr/>
        </p:nvSpPr>
        <p:spPr>
          <a:xfrm>
            <a:off x="767260" y="16249495"/>
            <a:ext cx="15267008" cy="3785652"/>
          </a:xfrm>
          <a:prstGeom prst="rect">
            <a:avLst/>
          </a:prstGeom>
          <a:noFill/>
        </p:spPr>
        <p:txBody>
          <a:bodyPr wrap="square">
            <a:spAutoFit/>
          </a:bodyPr>
          <a:lstStyle/>
          <a:p>
            <a:pPr algn="l"/>
            <a:r>
              <a:rPr lang="en-US" sz="4000" dirty="0"/>
              <a:t>The autonomous car successfully demonstrated core functionalities like obstacle avoidance and smart navigation using real-time sensor data. This project highlights the potential of integrating ROS with embedded systems to enhance transportation safety and automation. Future improvements will focus on object detection, and advanced path planning.</a:t>
            </a:r>
            <a:endParaRPr sz="4000" b="0" dirty="0">
              <a:solidFill>
                <a:srgbClr val="000000"/>
              </a:solidFill>
            </a:endParaRPr>
          </a:p>
        </p:txBody>
      </p:sp>
      <p:sp>
        <p:nvSpPr>
          <p:cNvPr id="18" name="TextBox 17"/>
          <p:cNvSpPr txBox="1"/>
          <p:nvPr/>
        </p:nvSpPr>
        <p:spPr>
          <a:xfrm>
            <a:off x="17087298" y="16945897"/>
            <a:ext cx="2541080" cy="707886"/>
          </a:xfrm>
          <a:prstGeom prst="rect">
            <a:avLst/>
          </a:prstGeom>
          <a:noFill/>
        </p:spPr>
        <p:txBody>
          <a:bodyPr wrap="none">
            <a:spAutoFit/>
          </a:bodyPr>
          <a:lstStyle/>
          <a:p>
            <a:pPr algn="l"/>
            <a:r>
              <a:rPr lang="en-US" sz="4000" b="1" dirty="0">
                <a:solidFill>
                  <a:srgbClr val="000080"/>
                </a:solidFill>
              </a:rPr>
              <a:t>Link </a:t>
            </a:r>
            <a:r>
              <a:rPr lang="en-US" sz="4000" b="1" dirty="0" err="1">
                <a:solidFill>
                  <a:srgbClr val="000080"/>
                </a:solidFill>
              </a:rPr>
              <a:t>github</a:t>
            </a:r>
            <a:endParaRPr sz="4000" b="1" dirty="0">
              <a:solidFill>
                <a:srgbClr val="000080"/>
              </a:solidFill>
            </a:endParaRPr>
          </a:p>
        </p:txBody>
      </p:sp>
      <p:sp>
        <p:nvSpPr>
          <p:cNvPr id="19" name="TextBox 18"/>
          <p:cNvSpPr txBox="1"/>
          <p:nvPr/>
        </p:nvSpPr>
        <p:spPr>
          <a:xfrm>
            <a:off x="17087299" y="17522027"/>
            <a:ext cx="12891132" cy="1323439"/>
          </a:xfrm>
          <a:prstGeom prst="rect">
            <a:avLst/>
          </a:prstGeom>
          <a:noFill/>
        </p:spPr>
        <p:txBody>
          <a:bodyPr wrap="square">
            <a:spAutoFit/>
          </a:bodyPr>
          <a:lstStyle/>
          <a:p>
            <a:pPr algn="l"/>
            <a:r>
              <a:rPr lang="en-US" sz="4000" b="0" dirty="0">
                <a:solidFill>
                  <a:srgbClr val="000000"/>
                </a:solidFill>
              </a:rPr>
              <a:t>https://github.com/Mistrodude/Autonomous_Systems_Project_Team_5</a:t>
            </a:r>
            <a:endParaRPr sz="4000" b="0" dirty="0">
              <a:solidFill>
                <a:srgbClr val="000000"/>
              </a:solidFill>
            </a:endParaRPr>
          </a:p>
        </p:txBody>
      </p:sp>
      <p:sp>
        <p:nvSpPr>
          <p:cNvPr id="20" name="AutoShape 2">
            <a:extLst>
              <a:ext uri="{FF2B5EF4-FFF2-40B4-BE49-F238E27FC236}">
                <a16:creationId xmlns:a16="http://schemas.microsoft.com/office/drawing/2014/main" id="{9E2E4DD1-CAE4-BC73-28F8-14A0112D7532}"/>
              </a:ext>
            </a:extLst>
          </p:cNvPr>
          <p:cNvSpPr>
            <a:spLocks noChangeAspect="1" noChangeArrowheads="1"/>
          </p:cNvSpPr>
          <p:nvPr/>
        </p:nvSpPr>
        <p:spPr bwMode="auto">
          <a:xfrm>
            <a:off x="14981237" y="10545762"/>
            <a:ext cx="6374427" cy="63744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4000"/>
          </a:p>
        </p:txBody>
      </p:sp>
      <p:pic>
        <p:nvPicPr>
          <p:cNvPr id="22" name="Picture 21">
            <a:extLst>
              <a:ext uri="{FF2B5EF4-FFF2-40B4-BE49-F238E27FC236}">
                <a16:creationId xmlns:a16="http://schemas.microsoft.com/office/drawing/2014/main" id="{923AF2B6-74F9-4B16-9A96-F5082BBA4F59}"/>
              </a:ext>
            </a:extLst>
          </p:cNvPr>
          <p:cNvPicPr>
            <a:picLocks noChangeAspect="1"/>
          </p:cNvPicPr>
          <p:nvPr/>
        </p:nvPicPr>
        <p:blipFill>
          <a:blip r:embed="rId2"/>
          <a:srcRect t="10292" r="2452" b="22596"/>
          <a:stretch/>
        </p:blipFill>
        <p:spPr>
          <a:xfrm>
            <a:off x="17407912" y="2550859"/>
            <a:ext cx="10418277" cy="127424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1381</TotalTime>
  <Words>157</Words>
  <Application>Microsoft Office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 Rahman</cp:lastModifiedBy>
  <cp:revision>6</cp:revision>
  <dcterms:created xsi:type="dcterms:W3CDTF">2013-01-27T09:14:16Z</dcterms:created>
  <dcterms:modified xsi:type="dcterms:W3CDTF">2025-05-31T15:30:24Z</dcterms:modified>
  <cp:category/>
</cp:coreProperties>
</file>